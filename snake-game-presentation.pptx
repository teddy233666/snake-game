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CA3"/>
                </a:solidFill>
                <a:latin typeface="Microsoft YaHei"/>
              </a:defRPr>
            </a:pPr>
            <a:r>
              <a:t>贪吃蛇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EEEEE"/>
                </a:solidFill>
                <a:latin typeface="Microsoft YaHei"/>
              </a:defRPr>
            </a:pPr>
            <a:r>
              <a:t>Snake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7695" cy="36576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88"/>
                </a:solidFill>
                <a:latin typeface="Microsoft YaHei"/>
              </a:defRPr>
            </a:pPr>
            <a:r>
              <a:t>纯 HTML / CSS / JavaScript 实现的经典网页游戏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Teddy233666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" cy="5486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194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CA3"/>
                </a:solidFill>
                <a:latin typeface="Microsoft YaHei"/>
              </a:defRPr>
            </a:pPr>
            <a:r>
              <a:t>关于本项目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经典的贪吃蛇游戏，使用原生 Web 技术实现</a:t>
            </a:r>
          </a:p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无需任何依赖、构建工具或运行环境</a:t>
            </a:r>
          </a:p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浏览器打开即玩，支持桌面端和移动端</a:t>
            </a:r>
          </a:p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单文件架构，所有代码集中在一个 HTML 文件中</a:t>
            </a:r>
          </a:p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开源项目，托管于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2194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CA3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HTML5 Canvas — 游戏画布与渲染</a:t>
            </a:r>
          </a:p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CSS3 — 自定义属性、Flexbox 布局、动画</a:t>
            </a:r>
          </a:p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JavaScript (ES6+) — 游戏逻辑与交互</a:t>
            </a:r>
          </a:p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localStorage API — 最高分持久化</a:t>
            </a:r>
          </a:p>
          <a:p>
            <a:pPr>
              <a:spcAft>
                <a:spcPts val="800"/>
              </a:spcAft>
              <a:defRPr sz="1400">
                <a:solidFill>
                  <a:srgbClr val="EEEEEE"/>
                </a:solidFill>
                <a:latin typeface="Microsoft YaHei"/>
              </a:defRPr>
            </a:pPr>
            <a:r>
              <a:t>GitHub Pages — 可直接部署为静态网站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2194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CA3"/>
                </a:solidFill>
                <a:latin typeface="Microsoft YaHei"/>
              </a:defRPr>
            </a:pPr>
            <a:r>
              <a:t>项目信息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88"/>
                </a:solidFill>
                <a:latin typeface="Microsoft YaHei"/>
              </a:defRPr>
            </a:pPr>
            <a:r>
              <a:t>仓库地址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800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Microsoft YaHei"/>
              </a:defRPr>
            </a:pPr>
            <a:r>
              <a:t>github.com/Teddy233666/snake-game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88"/>
                </a:solidFill>
                <a:latin typeface="Microsoft YaHei"/>
              </a:defRPr>
            </a:pPr>
            <a:r>
              <a:t>文件结构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Microsoft YaHei"/>
              </a:defRPr>
            </a:pPr>
            <a:r>
              <a:t>snake-game.html（主文件）· CLAUDE.md（项目文档）· .gitignore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88"/>
                </a:solidFill>
                <a:latin typeface="Microsoft YaHei"/>
              </a:defRPr>
            </a:pPr>
            <a:r>
              <a:t>运行方式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715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Microsoft YaHei"/>
              </a:defRPr>
            </a:pPr>
            <a:r>
              <a:t>双击 snake-game.html 在浏览器中打开，或部署到任意静态服务器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" cy="5486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Microsoft YaHei"/>
              </a:defRPr>
            </a:pPr>
            <a:r>
              <a:t>游戏功能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CA3"/>
                </a:solidFill>
                <a:latin typeface="Microsoft YaHei"/>
              </a:defRPr>
            </a:pPr>
            <a:r>
              <a:t>基本玩法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方向键或 WASD 控制蛇的移动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吃到红色食物得分 +10，蛇身变长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撞墙或撞到自己则游戏结束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CA3"/>
                </a:solidFill>
                <a:latin typeface="Microsoft YaHei"/>
              </a:defRPr>
            </a:pPr>
            <a:r>
              <a:t>操作控制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键盘方向键 ↑↓←→ 或 W/A/S/D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空格键暂停/继续游戏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游戏结束后点击按钮重新开始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CA3"/>
                </a:solidFill>
                <a:latin typeface="Microsoft YaHei"/>
              </a:defRPr>
            </a:pPr>
            <a:r>
              <a:t>视觉设计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深色主题 + 霓虹绿强调色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蛇头有眼睛并朝向移动方向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蛇身渐变色彩 + 发光阴影效果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57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CA3"/>
                </a:solidFill>
                <a:latin typeface="Microsoft YaHei"/>
              </a:defRPr>
            </a:pPr>
            <a:r>
              <a:t>数据持久化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57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最高分自动保存在浏览器 localStorage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257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跨会话保留最佳成绩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257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带 try/catch 的防御性读写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" cy="5486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Microsoft YaHei"/>
              </a:defRPr>
            </a:pPr>
            <a:r>
              <a:t>代码架构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1031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常量配置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GRID, COLS,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DIR 方向常量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CX, CY 中心坐标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BEST_KEY 存储键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45920"/>
            <a:ext cx="21031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游戏状态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snake[] 蛇身数组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food 食物坐标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direction 当前方向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score / best 分数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running / paused 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645920"/>
            <a:ext cx="21031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核心函数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init() 初始化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tick() 游戏循环 (100ms)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update() 逻辑更新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draw() 画面渲染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spawnFood() 生成食物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645920"/>
            <a:ext cx="21031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事件处理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keydown 监听键盘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方向切换 / 暂停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方向反向保护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游戏结束 / 重新开始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645920"/>
            <a:ext cx="21031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渲染管线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离屏 Canvas 预渲染网格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食物圆形发光绘制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蛇身渐变 + 阴影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  <a:latin typeface="Microsoft YaHei"/>
              </a:defRPr>
            </a:pPr>
            <a:r>
              <a:t>蛇头眼睛方向绘制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游戏循环流程:  init() → setInterval(tick, 100ms) → update() 更新蛇位置/碰撞检测 → draw() 渲染画面 → (暂停则跳过 draw)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CA3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760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EEEEE"/>
                </a:solidFill>
                <a:latin typeface="Microsoft YaHei"/>
              </a:defRPr>
            </a:pPr>
            <a:r>
              <a:t>离屏 Canvas 预渲染网格线 — 将 52 次 draw call 优化为单次 drawImage，极大提升渲染性能</a:t>
            </a:r>
          </a:p>
          <a:p>
            <a:pPr>
              <a:spcAft>
                <a:spcPts val="800"/>
              </a:spcAft>
              <a:defRPr sz="1200">
                <a:solidFill>
                  <a:srgbClr val="EEEEEE"/>
                </a:solidFill>
                <a:latin typeface="Microsoft YaHei"/>
              </a:defRPr>
            </a:pPr>
            <a:r>
              <a:t>方向反向保护 — 防止蛇反向移动导致的伪碰撞，提升操作体验</a:t>
            </a:r>
          </a:p>
          <a:p>
            <a:pPr>
              <a:spcAft>
                <a:spcPts val="800"/>
              </a:spcAft>
              <a:defRPr sz="1200">
                <a:solidFill>
                  <a:srgbClr val="EEEEEE"/>
                </a:solidFill>
                <a:latin typeface="Microsoft YaHei"/>
              </a:defRPr>
            </a:pPr>
            <a:r>
              <a:t>Defensive localStorage — try/catch 包裹读写，兼容无痕浏览和存储满等边界情况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" cy="5486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Microsoft YaHei"/>
              </a:defRPr>
            </a:pPr>
            <a:r>
              <a:t>界面与交互设计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CA3"/>
                </a:solidFill>
                <a:latin typeface="Microsoft YaHei"/>
              </a:defRPr>
            </a:pPr>
            <a:r>
              <a:t>视觉设计系统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配色方案：深色背景 #1A1A2E + 霓虹绿 #4ECCAA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CSS 自定义属性 (:root) 统一管理配色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蛇头带有跟随移动方向的眼睛动画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蛇身渐变：从明亮的霓虹绿过渡到尾部暗绿色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食物带红色发光阴影，增强视觉吸引力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分数面板使用圆角卡片 + 半透明背景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CA3"/>
                </a:solidFill>
                <a:latin typeface="Microsoft YaHei"/>
              </a:defRPr>
            </a:pPr>
            <a:r>
              <a:t>交互设计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键盘操作提示区域，显示完整快捷键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游戏结束半透明遮罩，显示最终得分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支持 W/A/S/D 和方向键双套控制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暂停状态清晰可见（画面冻结）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最高分跨会话持久化，自动更新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一键重新开始，无需刷新页面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CA3"/>
                </a:solidFill>
                <a:latin typeface="Microsoft YaHei"/>
              </a:defRPr>
            </a:pPr>
            <a:r>
              <a:t>CSS 自定义属性系统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Consolas"/>
              </a:defRPr>
            </a:pPr>
            <a:r>
              <a:t>:root {</a:t>
            </a:r>
            <a:br/>
            <a:r>
              <a:t>  --bg: #1a1a2e;        /* 主背景色 */</a:t>
            </a:r>
            <a:br/>
            <a:r>
              <a:t>  --accent: #4ecca3;    /* 强调色 — 标题、边框、按钮 */</a:t>
            </a:r>
            <a:br/>
            <a:r>
              <a:t>  --panel: #16213e;     /* 面板色 — 分数卡片、按键标签 */</a:t>
            </a:r>
            <a:br/>
            <a:r>
              <a:t>  --food: #e23e57;      /* 警告色 — 食物、游戏结束标题 */</a:t>
            </a:r>
            <a:br/>
            <a:r>
              <a:t>  --canvas-bg: #0f0f23; /* Canvas 背景色 */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" cy="5486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CA3"/>
                </a:solidFill>
                <a:latin typeface="Microsoft YaHei"/>
              </a:defRPr>
            </a:pPr>
            <a:r>
              <a:t>离屏 Canvas 预渲染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EEEE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EEEE"/>
                </a:solidFill>
                <a:latin typeface="Microsoft YaHei"/>
              </a:defRPr>
            </a:pPr>
            <a:r>
              <a:t>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EEEE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暂停时跳过渲染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网格线每帧 52 次 draw call</a:t>
            </a:r>
            <a:br/>
            <a:r>
              <a:t>Grid 是静态的从不改变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绘制网格到离屏 Canvas</a:t>
            </a:r>
            <a:br/>
            <a:r>
              <a:t>每帧仅一次 drawImage() 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CA3"/>
                </a:solidFill>
                <a:latin typeface="Microsoft YaHei"/>
              </a:defRPr>
            </a:pPr>
            <a:r>
              <a:t>52x → 1x 绘制操作</a:t>
            </a:r>
            <a:br/>
            <a:r>
              <a:t>消除每帧 52 次状态切换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DOM 元素缓存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tick() 无条件调用 draw()</a:t>
            </a:r>
            <a:br/>
            <a:r>
              <a:t>暂停时每秒浪费 10 次重绘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tick() 中检查 paused 状态</a:t>
            </a:r>
            <a:br/>
            <a:r>
              <a:t>暂停时跳过整个 draw() 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CA3"/>
                </a:solidFill>
                <a:latin typeface="Microsoft YaHei"/>
              </a:defRPr>
            </a:pPr>
            <a:r>
              <a:t>暂停时 GPU/CPU 零开销</a:t>
            </a:r>
            <a:br/>
            <a:r>
              <a:t>降低空闲能耗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Direction 对象分配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3891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每帧 getElementById 查找</a:t>
            </a:r>
            <a:br/>
            <a:r>
              <a:t>update() 和 gameOver() 重复查询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3891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页面加载时缓存所有 DOM 引用</a:t>
            </a:r>
            <a:br/>
            <a:r>
              <a:t>使用 $score, $best 等变量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3891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CA3"/>
                </a:solidFill>
                <a:latin typeface="Microsoft YaHei"/>
              </a:defRPr>
            </a:pPr>
            <a:r>
              <a:t>消除冗余 DOM 查询</a:t>
            </a:r>
            <a:br/>
            <a:r>
              <a:t>减少重排风险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49240"/>
            <a:ext cx="1069848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CA3"/>
                </a:solidFill>
                <a:latin typeface="Microsoft YaHei"/>
              </a:defRPr>
            </a:pPr>
            <a:r>
              <a:t>Direction 对象分配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4406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每帧 { ...nextDirection } 创建新对象</a:t>
            </a:r>
            <a:br/>
            <a:r>
              <a:t>产生不必要的堆内存分配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4406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  <a:latin typeface="Microsoft YaHei"/>
              </a:defRPr>
            </a:pPr>
            <a:r>
              <a:t>direction.x = nextDirection.x</a:t>
            </a:r>
            <a:br/>
            <a:r>
              <a:t>direction.y = nextDirection.y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440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CA3"/>
                </a:solidFill>
                <a:latin typeface="Microsoft YaHei"/>
              </a:defRPr>
            </a:pPr>
            <a:r>
              <a:t>零堆分配</a:t>
            </a:r>
            <a:br/>
            <a:r>
              <a:t>毫秒级 GC 压力消除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" cy="5486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Microsoft YaHei"/>
              </a:defRPr>
            </a:pPr>
            <a:r>
              <a:t>展望与致谢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CA3"/>
                </a:solidFill>
                <a:latin typeface="Microsoft YaHei"/>
              </a:defRPr>
            </a:pPr>
            <a:r>
              <a:t>未来可以扩展的方向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移动端触控 — 添加屏幕滑动/虚拟方向键支持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难度递增 — 随着分数提高加快游戏速度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多种食物 — 特殊食物（加速/减速/穿墙）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排行榜 — 接入后端服务实现全球排名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主题切换 — 多套配色方案供玩家选择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icrosoft YaHei"/>
              </a:defRPr>
            </a:pPr>
            <a:r>
              <a:t>音效系统 — 吃食物/死亡等音效反馈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CA3"/>
                </a:solidFill>
                <a:latin typeface="Microsoft YaHei"/>
              </a:defRPr>
            </a:pPr>
            <a:r>
              <a:t>项目链接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88"/>
                </a:solidFill>
                <a:latin typeface="Microsoft YaHei"/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github.com/Teddy233666/snake-game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88"/>
                </a:solidFill>
                <a:latin typeface="Microsoft YaHei"/>
              </a:defRPr>
            </a:pPr>
            <a:r>
              <a:t>在线试玩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在浏览器中打开 snake-game.html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88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HTML5 · CSS3 · JavaScript ES6+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754880"/>
            <a:ext cx="2133295" cy="36576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CA3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Teddy233666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